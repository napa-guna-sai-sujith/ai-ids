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17" r:id="rId1"/>
  </p:sldMasterIdLst>
  <p:notesMasterIdLst>
    <p:notesMasterId r:id="rId23"/>
  </p:notesMasterIdLst>
  <p:sldIdLst>
    <p:sldId id="256" r:id="rId2"/>
    <p:sldId id="257" r:id="rId3"/>
    <p:sldId id="258" r:id="rId4"/>
    <p:sldId id="276" r:id="rId5"/>
    <p:sldId id="271" r:id="rId6"/>
    <p:sldId id="269" r:id="rId7"/>
    <p:sldId id="270" r:id="rId8"/>
    <p:sldId id="267" r:id="rId9"/>
    <p:sldId id="259" r:id="rId10"/>
    <p:sldId id="284" r:id="rId11"/>
    <p:sldId id="285" r:id="rId12"/>
    <p:sldId id="286" r:id="rId13"/>
    <p:sldId id="290" r:id="rId14"/>
    <p:sldId id="287" r:id="rId15"/>
    <p:sldId id="288" r:id="rId16"/>
    <p:sldId id="289" r:id="rId17"/>
    <p:sldId id="273" r:id="rId18"/>
    <p:sldId id="283" r:id="rId19"/>
    <p:sldId id="291" r:id="rId20"/>
    <p:sldId id="268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5BF379B-5D9C-412B-88D0-DC67EB11E659}">
          <p14:sldIdLst>
            <p14:sldId id="256"/>
            <p14:sldId id="257"/>
            <p14:sldId id="258"/>
            <p14:sldId id="276"/>
            <p14:sldId id="271"/>
            <p14:sldId id="269"/>
            <p14:sldId id="270"/>
            <p14:sldId id="267"/>
            <p14:sldId id="259"/>
            <p14:sldId id="284"/>
            <p14:sldId id="285"/>
            <p14:sldId id="286"/>
            <p14:sldId id="290"/>
            <p14:sldId id="287"/>
            <p14:sldId id="288"/>
            <p14:sldId id="289"/>
            <p14:sldId id="273"/>
            <p14:sldId id="283"/>
            <p14:sldId id="291"/>
            <p14:sldId id="268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11B0A-E434-4949-9A94-9CFBB01CD574}" v="2" dt="2026-08-31T15:26:56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7AEB1-D980-4766-B775-01F37015BB39}" type="datetimeFigureOut">
              <a:rPr lang="en-IN" smtClean="0"/>
              <a:pPr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5A196-7B62-4664-A039-D5BBBDAEF73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305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A5A196-7B62-4664-A039-D5BBBDAEF731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803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A5A196-7B62-4664-A039-D5BBBDAEF731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680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31CF-4E2C-4E0D-B320-A20C17CF71F7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5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EF743-A5D6-403F-9E56-0F45DC0DFCA2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7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A0545-A32B-4394-A389-CDCFC12F8D10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54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A4567-8C54-44C6-B4B9-B0CADB6B3525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13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C6EA-7045-4432-8343-E6C420C515AA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5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0246-1EA9-4C4E-9839-D8F48663B111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18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F4AF-284C-4B1D-BB8D-A4D9195259DF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36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A4FD3-481D-43C2-B4E7-F9F182AA7661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14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3849-05E4-441F-9E6B-617EB1E838DB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3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5EDB-19E2-46B5-BA5B-CF75C347B7BF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57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7DE2-2972-4E62-9F77-59FAADD2C4E9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78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64482-0F5F-45AB-B131-30AA26DB359B}" type="datetime1">
              <a:rPr lang="en-IN" smtClean="0"/>
              <a:pPr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61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8" r:id="rId1"/>
    <p:sldLayoutId id="2147484419" r:id="rId2"/>
    <p:sldLayoutId id="2147484420" r:id="rId3"/>
    <p:sldLayoutId id="2147484421" r:id="rId4"/>
    <p:sldLayoutId id="2147484422" r:id="rId5"/>
    <p:sldLayoutId id="2147484423" r:id="rId6"/>
    <p:sldLayoutId id="2147484424" r:id="rId7"/>
    <p:sldLayoutId id="2147484425" r:id="rId8"/>
    <p:sldLayoutId id="2147484426" r:id="rId9"/>
    <p:sldLayoutId id="2147484427" r:id="rId10"/>
    <p:sldLayoutId id="214748442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10342" y="2175595"/>
            <a:ext cx="10014857" cy="40166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“AI-Powered Real-Time Intrusion Detection System Using Deep Learning” 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GB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8F007-CA34-6D15-887C-5DC5F62CEFD0}"/>
              </a:ext>
            </a:extLst>
          </p:cNvPr>
          <p:cNvSpPr txBox="1"/>
          <p:nvPr/>
        </p:nvSpPr>
        <p:spPr>
          <a:xfrm>
            <a:off x="3582954" y="1432724"/>
            <a:ext cx="4729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Phase-2(BCS685)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Reiew-1 Presentation 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184" y="271849"/>
            <a:ext cx="9106724" cy="9967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716525-2068-56E0-5A5F-995A6647D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751966"/>
              </p:ext>
            </p:extLst>
          </p:nvPr>
        </p:nvGraphicFramePr>
        <p:xfrm>
          <a:off x="662474" y="3706721"/>
          <a:ext cx="10982130" cy="1879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356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 By,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Under the guidance of,</a:t>
                      </a:r>
                    </a:p>
                    <a:p>
                      <a:pPr algn="ctr"/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Dr Suriya Begum</a:t>
                      </a: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Department of CSE, EPCET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157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Napa Guna Sai Sujith   (1EP23CS107)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1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Pooja                            (1EP23CS114)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1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Lavanya                    (1EP23CS127)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1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514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894114" y="367082"/>
            <a:ext cx="7800392" cy="627910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741576" y="6111552"/>
            <a:ext cx="4411824" cy="609924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2026-2027</a:t>
            </a:r>
          </a:p>
        </p:txBody>
      </p:sp>
      <p:sp>
        <p:nvSpPr>
          <p:cNvPr id="10" name="Content Placeholder 7"/>
          <p:cNvSpPr>
            <a:spLocks noGrp="1"/>
          </p:cNvSpPr>
          <p:nvPr>
            <p:ph idx="1"/>
          </p:nvPr>
        </p:nvSpPr>
        <p:spPr>
          <a:xfrm>
            <a:off x="6403132" y="638469"/>
            <a:ext cx="4512518" cy="40851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57CBDF2-241E-B409-DDB7-F5AB1E8AA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9" y="1470486"/>
            <a:ext cx="6428792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Rapid growth of the internet and digital technology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Increase in cyber attacks on networks and systems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Common attacks: DoS, port scanning, and web attack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Traditional IDS uses fixed rules to detect attacks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Rule-based systems may miss new or unknown attacks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Need for an intelligent AI-based security solution</a:t>
            </a:r>
            <a:endParaRPr lang="en-IN" sz="2000" dirty="0"/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1" name="Picture 7" descr="Advanced Cyber Security Technology Background With Digital Protection System">
            <a:extLst>
              <a:ext uri="{FF2B5EF4-FFF2-40B4-BE49-F238E27FC236}">
                <a16:creationId xmlns:a16="http://schemas.microsoft.com/office/drawing/2014/main" id="{74326442-4A2E-8D6F-37BD-E7E78AE3D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073" y="994992"/>
            <a:ext cx="5508948" cy="542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349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179" y="484707"/>
            <a:ext cx="8089641" cy="1232126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6368" y="1903445"/>
            <a:ext cx="10122158" cy="25285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intrusion detection systems rely on predefined rules and fail to detect new or evolving cyber threats. There is a need for an AI-based system that can automatically analyze real-time network traffic, identify abnormal patterns such as DoS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provide accurate alerts with severity classification.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2026-2027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96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B9DC-02A8-5929-D594-B25276EBF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FAEB2-5982-E7DA-6F0E-97C20FE6E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101" y="1548882"/>
            <a:ext cx="11103429" cy="442280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detection accuracy for known and unknown attacks.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threat detection and faster response.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monitoring effort.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large enterprise and cloud networks.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protection for sectors like banking, healthcare, e-commerce, and government.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proactive cybersecurity measures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F475D-FC29-E347-883C-22BEDB3F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C9AC4-B048-A3B6-4AB3-6CF2CE10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18F89-B0AF-F3F6-9ED7-39309A09DD42}"/>
              </a:ext>
            </a:extLst>
          </p:cNvPr>
          <p:cNvSpPr txBox="1"/>
          <p:nvPr/>
        </p:nvSpPr>
        <p:spPr>
          <a:xfrm>
            <a:off x="3816221" y="455423"/>
            <a:ext cx="54210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Project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2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7302" y="404596"/>
            <a:ext cx="6820677" cy="82720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Literature Survey</a:t>
            </a: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2026-2027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0320281-AA44-47DE-A12A-EF7A9AB715F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2050" name="Picture 2" descr="AI generated image">
            <a:extLst>
              <a:ext uri="{FF2B5EF4-FFF2-40B4-BE49-F238E27FC236}">
                <a16:creationId xmlns:a16="http://schemas.microsoft.com/office/drawing/2014/main" id="{0610F6B8-A569-5B22-2547-7253E753F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989" y="1132876"/>
            <a:ext cx="10168811" cy="522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53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6302" y="136525"/>
            <a:ext cx="4874273" cy="79948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Limitations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2026-2027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4A6115A0-96F5-E830-2E6F-43FE5CBA2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1" y="936010"/>
            <a:ext cx="5019674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IDS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predefined attack signatures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Matches network traffic with known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detection approach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systems: Snort-type IDS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62F9A1AC-66B9-D429-01F3-0C0FC563F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2" y="3327211"/>
            <a:ext cx="609599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Per-Flow Machine Learning IDS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Treats each network flow independently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ML models like SVM, Random Forest, basic DNN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classification on tabular flow features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datasets like NSL-KDD, CICIDS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6AAE92-E00D-3301-63D3-0E935B108DBD}"/>
              </a:ext>
            </a:extLst>
          </p:cNvPr>
          <p:cNvSpPr txBox="1"/>
          <p:nvPr/>
        </p:nvSpPr>
        <p:spPr>
          <a:xfrm>
            <a:off x="6995482" y="885116"/>
            <a:ext cx="597343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Deep Learning IDS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CNN, LSTM, or hybrid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labelled attack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offline on static datasets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evaluated on benchmark dataset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3C65DD-5B3F-790F-B3E5-2456E10BB309}"/>
              </a:ext>
            </a:extLst>
          </p:cNvPr>
          <p:cNvSpPr txBox="1"/>
          <p:nvPr/>
        </p:nvSpPr>
        <p:spPr>
          <a:xfrm>
            <a:off x="6819900" y="3492406"/>
            <a:ext cx="5038725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Limitations of Existing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only known attacks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detect new or zero-day attacks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many false alarms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frequent updates and retraining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complex and large network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889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264" y="-1"/>
            <a:ext cx="6891435" cy="1175657"/>
          </a:xfrm>
        </p:spPr>
        <p:txBody>
          <a:bodyPr/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2026-2027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3B2A456-14BB-23EF-EDAF-D8B81DDEA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6" y="1096282"/>
            <a:ext cx="6172200" cy="434249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Intrusion Detection System (IDS)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Machine Learning / Deep Learning models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network traffic in real time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abnormal patterns automatically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attack type (DoS, Port Scan, etc.)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alert with severity level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on a live dashboard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adapt to new and unknown attacks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261FE-DB29-C8E6-CBD3-84DC6F314BC2}"/>
              </a:ext>
            </a:extLst>
          </p:cNvPr>
          <p:cNvSpPr txBox="1"/>
          <p:nvPr/>
        </p:nvSpPr>
        <p:spPr>
          <a:xfrm>
            <a:off x="6800850" y="1096282"/>
            <a:ext cx="521969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Advantages of Proposed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both known and unknown attacks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threat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false alarms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learns new attack patterns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attack type and severity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and complex networks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threats usi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live dashboard</a:t>
            </a:r>
          </a:p>
        </p:txBody>
      </p:sp>
    </p:spTree>
    <p:extLst>
      <p:ext uri="{BB962C8B-B14F-4D97-AF65-F5344CB8AC3E}">
        <p14:creationId xmlns:p14="http://schemas.microsoft.com/office/powerpoint/2010/main" val="4047127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36525"/>
            <a:ext cx="5895975" cy="847725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950" y="1285875"/>
            <a:ext cx="10229850" cy="489108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real-time AI-powered Intrusion Detection System.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a deep learning model using the CICIDS2017 , NSL-KDD datasets.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classify various types of network attacks such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 DoS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port scan.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severity levels and recommended mitigation actions for detected attacks.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2026-2027</a:t>
            </a:r>
          </a:p>
        </p:txBody>
      </p:sp>
    </p:spTree>
    <p:extLst>
      <p:ext uri="{BB962C8B-B14F-4D97-AF65-F5344CB8AC3E}">
        <p14:creationId xmlns:p14="http://schemas.microsoft.com/office/powerpoint/2010/main" val="2005331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250" y="184806"/>
            <a:ext cx="4400550" cy="8724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2026-2027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0320281-AA44-47DE-A12A-EF7A9AB715F5}" type="slidenum">
              <a:rPr lang="en-US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7097A77-DE9C-C110-CDD1-2BC79C1D97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95A33F-1868-749A-3597-F0CF3034F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65" y="912258"/>
            <a:ext cx="9305469" cy="533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15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C824F-096F-2037-8AED-789753EB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5956E-D0A1-5014-DE0B-7F35D862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7709F0-5E80-5B43-DE5B-FFEFF4CC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938" y="457977"/>
            <a:ext cx="9223564" cy="594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4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63D3-3680-17A9-4E30-14077184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F03DB-5B0C-FD84-D7D9-9CE573A0F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73A00-ED4D-A53E-8D4A-4D91798F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1D59B67-6511-2BED-6CFB-8BB74F016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EE7A06-7C9D-E58C-F692-0C88E51F9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41176"/>
            <a:ext cx="10405188" cy="581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147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C8EB6-B0C3-4DE6-2A1F-F33328D3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46E5-2F34-EDFD-9F99-C3975DE02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31880-FA38-799D-E682-A5BF100DF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18A12-7CA3-B86D-9795-12E91AF7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CBD444-C8A8-DA68-1942-9E5E0C569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69167"/>
            <a:ext cx="10515600" cy="570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30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05CBAE-2774-A069-C45B-F4CB19E18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890" y="365125"/>
            <a:ext cx="9654220" cy="57384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BCB95-F5B9-3BB8-4797-C3C2B8CE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89B7F-2960-2114-959F-7BB0CF1E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1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0674-9780-1054-497A-4B008FC7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0E709-A255-22A1-1972-C892CAF18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10C63-0AAB-DFB9-02A0-744A84DE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F9836-FDAB-5B76-0AFC-105468C0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E45C7B-6CF8-DEF0-5418-18675628F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618"/>
            <a:ext cx="10515600" cy="591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03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B4B23-3E3F-6651-2302-E9DF44BD8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6193C-65FE-4B58-5427-6148B84D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D750B-E36D-F29A-59E0-3FD3D19F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23332D-FCA8-9619-1F91-F920E877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334783F3-2DCB-BB21-1472-027A3DF03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18" y="365126"/>
            <a:ext cx="10683551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65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7BFCF-A36F-4519-6A3B-BA03BE3B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69D76-A1D0-8155-5219-ACA75ACC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16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3230DA-BA42-C8E5-38AE-9177400A0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140" y="243978"/>
            <a:ext cx="8612154" cy="593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6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3F3E-8948-B4D8-F525-FE8505A1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580" y="213016"/>
            <a:ext cx="7408506" cy="77321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95A8F-50C2-53A4-BC7A-F93F6EF6A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496" y="1236307"/>
            <a:ext cx="10644674" cy="502207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 or higher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8GB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256GB or higher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interface card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Python,TypeScript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(.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/.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tsx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),JS(ES6+),HTML5/JSX.CSS3/Tailwind CSS,SQL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TensorFlow / Pandas, NumPy, Scikit-learn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Flask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CICIDS2017 (Kaggle) ,NSL-KDD(Kaggle)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Antigravity / VS 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7799A-2A15-CEBC-67E9-7BA8259B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09702-F9A5-B970-BDCD-26E7464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664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CF2A-76E3-7BD1-D1BB-D3D17F89E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159"/>
            <a:ext cx="10283890" cy="595928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9C255-5E2E-C12A-6A37-B5CC7D6A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1F33C-F6F7-4D07-F069-E68BCB08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t>18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803AC5-4DDE-4126-36F1-5FB92BF3E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234" y="1063569"/>
            <a:ext cx="6296142" cy="48986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0B6B3D-3277-471E-79F8-03E7D2CBA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63" y="1063568"/>
            <a:ext cx="4996231" cy="49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27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59199-7AEA-3151-D1C3-43923FE3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2026-2027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AFAA8-816C-FF3F-1E71-57026AE62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321C87-9691-44B0-C745-324EA5B07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97" y="1008106"/>
            <a:ext cx="5667156" cy="4739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8361F9-92A3-3A74-AA9B-9813817F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008106"/>
            <a:ext cx="5772903" cy="473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31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1151" y="365126"/>
            <a:ext cx="5812972" cy="801202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AI-Powered Real-Time Intrusion Detection System enhances cybersecurity by integrating deep learning with network traffic analysis. Unlike traditional rule-based systems, the proposed model adapts to new and unknown attack patterns, improving accuracy detection and reducing false alarms. The integration of a real-time dashboard further strengthens usability by providing clear threat visualization and actionable insights.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artificial intelligence can significantly improve modern network security systems and provides a scalable foundation for future research and real-world deployment in enterprise environments.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2026-2027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797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4335" y="365125"/>
            <a:ext cx="5449078" cy="577267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2026-2027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E2F7F-CACA-94E9-CC36-488F57F160D2}"/>
              </a:ext>
            </a:extLst>
          </p:cNvPr>
          <p:cNvSpPr txBox="1"/>
          <p:nvPr/>
        </p:nvSpPr>
        <p:spPr>
          <a:xfrm rot="10800000" flipV="1">
            <a:off x="1864566" y="1578537"/>
            <a:ext cx="8772331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Neha,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Tarunpreet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Bhatia,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Intrusion Detection System Leveraging Dynamic Neural 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Elvin Li et al.,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SAFE: Self-Supervised Anomaly Detection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Jayant Biradar et al.,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Augmented GNN-RNN Models for IDS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Abdelkader El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Mahdaouy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NetFlow-Based IDS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Guerra et al.,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GraphIDS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Self-Supervised Graph Representation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</p:txBody>
      </p:sp>
    </p:spTree>
    <p:extLst>
      <p:ext uri="{BB962C8B-B14F-4D97-AF65-F5344CB8AC3E}">
        <p14:creationId xmlns:p14="http://schemas.microsoft.com/office/powerpoint/2010/main" val="911278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1839</TotalTime>
  <Words>782</Words>
  <Application>Microsoft Office PowerPoint</Application>
  <PresentationFormat>Widescreen</PresentationFormat>
  <Paragraphs>144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</vt:lpstr>
      <vt:lpstr>Problem Statement    </vt:lpstr>
      <vt:lpstr>PowerPoint Presentation</vt:lpstr>
      <vt:lpstr>  Literature Survey </vt:lpstr>
      <vt:lpstr>Existing System And Limitations</vt:lpstr>
      <vt:lpstr>Proposed  System</vt:lpstr>
      <vt:lpstr>Objectives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Hardware and Software Requirement</vt:lpstr>
      <vt:lpstr>Result Analysis</vt:lpstr>
      <vt:lpstr>PowerPoint Presentation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POINT COLLEGE OF ENGINEERING AND TECHNOLOGY                DEPARTMENT COMPUTER SCIENCE AND ENGINEERINGT</dc:title>
  <dc:creator>admin</dc:creator>
  <cp:lastModifiedBy>Pooja Hallikhede</cp:lastModifiedBy>
  <cp:revision>48</cp:revision>
  <dcterms:created xsi:type="dcterms:W3CDTF">2021-05-07T16:54:36Z</dcterms:created>
  <dcterms:modified xsi:type="dcterms:W3CDTF">2026-08-31T17:24:15Z</dcterms:modified>
</cp:coreProperties>
</file>